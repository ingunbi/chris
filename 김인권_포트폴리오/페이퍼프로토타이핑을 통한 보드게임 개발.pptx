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60" r:id="rId5"/>
    <p:sldId id="262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howGuides="1">
      <p:cViewPr varScale="1">
        <p:scale>
          <a:sx n="76" d="100"/>
          <a:sy n="76" d="100"/>
        </p:scale>
        <p:origin x="90" y="792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26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5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2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05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47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71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96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70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8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32EF7-ED16-4642-B234-7EDAC80B0F97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2A14D-9EA0-4C76-83B7-4454FD6FED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8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>
                <a:ea typeface="굴림" panose="020B0600000101010101" pitchFamily="50" charset="-127"/>
              </a:rPr>
              <a:t>페이퍼 </a:t>
            </a:r>
            <a:r>
              <a:rPr lang="ko-KR" altLang="en-US" dirty="0" err="1" smtClean="0">
                <a:ea typeface="굴림" panose="020B0600000101010101" pitchFamily="50" charset="-127"/>
              </a:rPr>
              <a:t>프로토타이핑</a:t>
            </a:r>
            <a:r>
              <a:rPr lang="ko-KR" altLang="en-US" dirty="0" smtClean="0">
                <a:ea typeface="굴림" panose="020B0600000101010101" pitchFamily="50" charset="-127"/>
              </a:rPr>
              <a:t/>
            </a:r>
            <a:br>
              <a:rPr lang="ko-KR" altLang="en-US" dirty="0" smtClean="0">
                <a:ea typeface="굴림" panose="020B0600000101010101" pitchFamily="50" charset="-127"/>
              </a:rPr>
            </a:br>
            <a:r>
              <a:rPr lang="en-US" altLang="ko-KR" dirty="0" smtClean="0">
                <a:ea typeface="굴림" panose="020B0600000101010101" pitchFamily="50" charset="-127"/>
              </a:rPr>
              <a:t>for Game Design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YK</a:t>
            </a:r>
            <a:r>
              <a:rPr lang="ko-KR" altLang="en-US" dirty="0" smtClean="0"/>
              <a:t>아이디어스쿨 김인권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318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프로토타입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 smtClean="0"/>
              <a:t>프로토타입</a:t>
            </a:r>
            <a:r>
              <a:rPr lang="ko-KR" altLang="en-US" dirty="0" smtClean="0"/>
              <a:t> 더 큰 투자비용을 줄이는데도 위험도를 평가할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프로토타입은</a:t>
            </a:r>
            <a:r>
              <a:rPr lang="ko-KR" altLang="en-US" dirty="0" smtClean="0"/>
              <a:t> 아이디어 실현 가능성을 검증하고 아이디어를 개선하는 모델을 만드는 것이 핵심이다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플레이 가능하면서도 단순하게 만든다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메커니즘을 확인하거나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일부 특성의 작동 방법을 확인할 수 있게 해준다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ko-KR" altLang="en-US" dirty="0" smtClean="0"/>
              <a:t>빠르고 지저분하게 만든다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프로토타입은</a:t>
            </a:r>
            <a:r>
              <a:rPr lang="ko-KR" altLang="en-US" dirty="0" smtClean="0"/>
              <a:t> 어차피 버릴 계획이라고 생각한다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결과물에 집착하지 않는다</a:t>
            </a:r>
            <a:r>
              <a:rPr lang="en-US" altLang="ko-KR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8159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프로토타입</a:t>
            </a:r>
            <a:r>
              <a:rPr lang="ko-KR" altLang="en-US" dirty="0" smtClean="0"/>
              <a:t> 제작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놀이터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환경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세팅하고</a:t>
            </a:r>
            <a:r>
              <a:rPr lang="en-US" altLang="ko-KR" dirty="0"/>
              <a:t>,</a:t>
            </a:r>
            <a:r>
              <a:rPr lang="en-US" altLang="ko-KR" dirty="0" smtClean="0"/>
              <a:t> </a:t>
            </a:r>
            <a:r>
              <a:rPr lang="ko-KR" altLang="en-US" dirty="0" smtClean="0"/>
              <a:t>장난감</a:t>
            </a:r>
            <a:r>
              <a:rPr lang="en-US" altLang="ko-KR" dirty="0" smtClean="0"/>
              <a:t>(</a:t>
            </a:r>
            <a:r>
              <a:rPr lang="ko-KR" altLang="en-US" dirty="0" smtClean="0"/>
              <a:t>도구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만든다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프로토타입</a:t>
            </a:r>
            <a:r>
              <a:rPr lang="ko-KR" altLang="en-US" dirty="0" smtClean="0"/>
              <a:t> 제작에는 그 어떤 정형화된 규칙도 없다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작은 장난감과 모형을 이용하거나 관절인형을 가지고 살펴보는 것도 </a:t>
            </a:r>
            <a:r>
              <a:rPr lang="ko-KR" altLang="en-US" dirty="0" err="1" smtClean="0"/>
              <a:t>프로토타입의</a:t>
            </a:r>
            <a:r>
              <a:rPr lang="ko-KR" altLang="en-US" dirty="0" smtClean="0"/>
              <a:t> 일종이다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프로토타입의</a:t>
            </a:r>
            <a:r>
              <a:rPr lang="ko-KR" altLang="en-US" dirty="0" smtClean="0"/>
              <a:t> 다양한 종류</a:t>
            </a:r>
            <a:endParaRPr lang="en-US" altLang="ko-KR" dirty="0"/>
          </a:p>
          <a:p>
            <a:pPr lvl="1"/>
            <a:r>
              <a:rPr lang="ko-KR" altLang="en-US" dirty="0" smtClean="0"/>
              <a:t>물리적 </a:t>
            </a:r>
            <a:r>
              <a:rPr lang="ko-KR" altLang="en-US" dirty="0" err="1" smtClean="0"/>
              <a:t>프로토타입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시각적 </a:t>
            </a:r>
            <a:r>
              <a:rPr lang="ko-KR" altLang="en-US" dirty="0" err="1" smtClean="0"/>
              <a:t>프로토타입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비디오 </a:t>
            </a:r>
            <a:r>
              <a:rPr lang="ko-KR" altLang="en-US" dirty="0" err="1" smtClean="0"/>
              <a:t>프로토타입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소프트웨어 </a:t>
            </a:r>
            <a:r>
              <a:rPr lang="ko-KR" altLang="en-US" dirty="0" err="1" smtClean="0"/>
              <a:t>프로토타입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등등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2650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페이퍼 </a:t>
            </a:r>
            <a:r>
              <a:rPr lang="ko-KR" altLang="en-US" dirty="0" err="1" smtClean="0"/>
              <a:t>프로토타입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종이</a:t>
            </a:r>
            <a:r>
              <a:rPr lang="en-US" altLang="ko-KR" dirty="0"/>
              <a:t>, </a:t>
            </a:r>
            <a:r>
              <a:rPr lang="ko-KR" altLang="en-US" dirty="0"/>
              <a:t>펜</a:t>
            </a:r>
            <a:r>
              <a:rPr lang="en-US" altLang="ko-KR" dirty="0"/>
              <a:t>, </a:t>
            </a:r>
            <a:r>
              <a:rPr lang="ko-KR" altLang="en-US" dirty="0"/>
              <a:t>주사위만 가지고도 게임의 핵심 시스템을 만들어 볼 수 있다</a:t>
            </a:r>
            <a:r>
              <a:rPr lang="en-US" altLang="ko-KR" dirty="0"/>
              <a:t>.</a:t>
            </a:r>
          </a:p>
          <a:p>
            <a:r>
              <a:rPr lang="ko-KR" altLang="en-US" dirty="0" smtClean="0"/>
              <a:t>기술이 아닌 게임 플레이 자체에 집중할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짧은 시간에 계획을 수정하고 반영할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숙련된 기술이 없는 팀원도 제작 과정에 참여가 가능하다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비용이나 자원 소비가 많지 않다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보드게임의 원형이 될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 많은 비디오 게임 디자이너들은 실제로 보드 게임 디자이너로부터 시작했다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5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보드 게임 제작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팀 이상의 팀을 구성한다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각 </a:t>
            </a:r>
            <a:r>
              <a:rPr lang="ko-KR" altLang="en-US" dirty="0" smtClean="0"/>
              <a:t>팀은 정해진 기간까지 자유롭게 보드 게임 제작 프로젝트에 돌입한다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룰과 </a:t>
            </a:r>
            <a:r>
              <a:rPr lang="ko-KR" altLang="en-US" dirty="0"/>
              <a:t>규칙을 개발한다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팀은 자신들의 보드게임 플레이 매뉴얼을 작성한다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플레이 평가 기간이 되면 팀은 상대의 보드 게임을 매뉴얼만 보고 플레이를 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서로 보드 게임의 피드백을 남겨준다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84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보드 게임 제작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제작 팀은 각자 파트를 나누어 프로젝트 후기 문서를 작성한다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게임 소개</a:t>
            </a:r>
            <a:endParaRPr lang="en-US" altLang="ko-KR" dirty="0" smtClean="0"/>
          </a:p>
          <a:p>
            <a:r>
              <a:rPr lang="ko-KR" altLang="en-US" dirty="0" smtClean="0"/>
              <a:t>게임 </a:t>
            </a:r>
            <a:r>
              <a:rPr lang="ko-KR" altLang="en-US" dirty="0" err="1" smtClean="0"/>
              <a:t>컨셉</a:t>
            </a:r>
            <a:endParaRPr lang="en-US" altLang="ko-KR" dirty="0" smtClean="0"/>
          </a:p>
          <a:p>
            <a:r>
              <a:rPr lang="ko-KR" altLang="en-US" dirty="0" smtClean="0"/>
              <a:t>제작 과정</a:t>
            </a:r>
            <a:endParaRPr lang="en-US" altLang="ko-KR" dirty="0" smtClean="0"/>
          </a:p>
          <a:p>
            <a:r>
              <a:rPr lang="ko-KR" altLang="en-US" dirty="0" smtClean="0"/>
              <a:t>간략한 게임 플레이 방법</a:t>
            </a:r>
            <a:endParaRPr lang="en-US" altLang="ko-KR" dirty="0" smtClean="0"/>
          </a:p>
          <a:p>
            <a:r>
              <a:rPr lang="ko-KR" altLang="en-US" dirty="0" smtClean="0"/>
              <a:t>프로젝트 후기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62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249</Words>
  <Application>Microsoft Office PowerPoint</Application>
  <PresentationFormat>와이드스크린</PresentationFormat>
  <Paragraphs>43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맑은 고딕</vt:lpstr>
      <vt:lpstr>Arial</vt:lpstr>
      <vt:lpstr>Calibri</vt:lpstr>
      <vt:lpstr>Calibri Light</vt:lpstr>
      <vt:lpstr>Office Theme</vt:lpstr>
      <vt:lpstr>페이퍼 프로토타이핑 for Game Design</vt:lpstr>
      <vt:lpstr>프로토타입</vt:lpstr>
      <vt:lpstr>프로토타입 제작 방법</vt:lpstr>
      <vt:lpstr>페이퍼 프로토타입</vt:lpstr>
      <vt:lpstr>보드 게임 제작 프로젝트</vt:lpstr>
      <vt:lpstr>보드 게임 제작 프로젝트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페이퍼 프로토타이핑 for Game Design</dc:title>
  <dc:creator>김인권</dc:creator>
  <cp:lastModifiedBy>KIM INKWON</cp:lastModifiedBy>
  <cp:revision>31</cp:revision>
  <dcterms:created xsi:type="dcterms:W3CDTF">2014-10-02T04:53:47Z</dcterms:created>
  <dcterms:modified xsi:type="dcterms:W3CDTF">2019-12-26T00:04:00Z</dcterms:modified>
</cp:coreProperties>
</file>